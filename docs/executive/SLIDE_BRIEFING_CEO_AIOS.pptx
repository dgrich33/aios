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A37F"/>
                </a:solidFill>
              </a:defRPr>
            </a:pPr>
            <a:r>
              <a:t>AIOS Codex Unlimited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Codex sem limites. Desenvolvimento sem interrupcoes.</a:t>
            </a:r>
          </a:p>
          <a:p>
            <a:pPr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Unidade do produto: Sessoes Codex.</a:t>
            </a:r>
          </a:p>
          <a:p>
            <a:pPr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Objetivo: ativar runtime oficial com binding seguro.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Desenvolvedores enterprise precisam de continuidade operacional.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Chat isolado nao basta: precisa de Workbench, MCP, snapshots, handoff e auditoria.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A experiencia nao deve ser baseada em contador de tokens.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Solucao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Codex Workbench com sessoes continuas.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Runtime Binding Gate + Secure Runtime Bridge.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MCP Core/Repo, QoS, snapshots, handoff, redaction e audit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Estado RC16/RC17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License.cert e contratos soberanos validados.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Runtime Binding Gate implementado.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Secure Binding Store com DPAPI Windows.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Backend 29 passed; Playwright 2 passed; MCP builds OK; package scan 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Estado Real do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scopeReady: true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bindingState: awaiting_secure_runtime_binding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canInvokeLiveRuntime: false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secretsExposed: false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Conclusao: arquitetura pronta; dados oficiais pendentes.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Pedido para OpenAI/Codex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Endpoint/base URL oficial.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Service credential com escopos minimos.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Tenant/project/org e sandbox environment id.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Vault/KMS, live flag, billing/spend/rate limits e auditoria oficial.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Ativacao Esperada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runtime-binding-save-local.ps1 com SecureString.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start.ps1 -Mode Local.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runtime-binding-status.ps1 -WriteReport.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Resultado: bindingState active, canInvokeLiveRuntime true, secretsExposed 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Seguranca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Segredos fora do frontend, repo, ZIP, logs e PDFs.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DPAPI local para desenvolvimento; Vault/KMS para ambiente oficial.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</a:pPr>
            <a:r>
              <a:t>Rotacao 90 dias, revogacao centralizada, red-team antes de producao.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A37F"/>
                </a:solidFill>
              </a:defRPr>
            </a:pPr>
            <a:r>
              <a:t>Decisao Necessaria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Aprovar provisionamento tecnico para sandbox vivo.</a:t>
            </a:r>
          </a:p>
          <a:p>
            <a:pPr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Agendar kick-off com engenharia Codex, seguranca, compliance e AIOS.</a:t>
            </a:r>
          </a:p>
          <a:p>
            <a:pPr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Avancar para PoC em sandbox/staging autorizado.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